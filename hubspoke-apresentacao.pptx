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OGLE_IDENTIT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88636"/>
            <a:ext cx="2295144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0" y="5088636"/>
            <a:ext cx="2295144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0" y="5088636"/>
            <a:ext cx="2295144" cy="54864"/>
          </a:xfrm>
          <a:prstGeom prst="rect">
            <a:avLst/>
          </a:prstGeom>
          <a:solidFill>
            <a:srgbClr val="FBBC05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5088636"/>
            <a:ext cx="2295144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Text 4"/>
          <p:cNvSpPr/>
          <p:nvPr/>
        </p:nvSpPr>
        <p:spPr>
          <a:xfrm>
            <a:off x="571500" y="1107281"/>
            <a:ext cx="5943600" cy="135731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41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Hub-Spoke Analítico no Google Cloud</a:t>
            </a:r>
            <a:endParaRPr lang="en-US" sz="4100" dirty="0"/>
          </a:p>
        </p:txBody>
      </p:sp>
      <p:sp>
        <p:nvSpPr>
          <p:cNvPr id="7" name="Text 5"/>
          <p:cNvSpPr/>
          <p:nvPr/>
        </p:nvSpPr>
        <p:spPr>
          <a:xfrm>
            <a:off x="571500" y="3250406"/>
            <a:ext cx="8001000" cy="39290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engenharia centralizada ao domínio com governança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71500" y="3757613"/>
            <a:ext cx="8001000" cy="2857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de dados para escala com controle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28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1656"/>
            <a:ext cx="8229600" cy="78581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Situação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8625"/>
            <a:ext cx="8229600" cy="928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analíticos são infraestrutura crítica em todos os domínios de negócio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471613"/>
            <a:ext cx="8229600" cy="11715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Vendas, finanças, logística, marketing — todos dependem de dados confiáveis</a:t>
            </a:r>
            <a:endParaRPr lang="en-US" sz="1400" dirty="0"/>
          </a:p>
          <a:p>
            <a:r>
              <a:rPr lang="en-US" sz="1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e acesso determinam a velocidade das decisões</a:t>
            </a:r>
            <a:endParaRPr lang="en-US" sz="1400" dirty="0"/>
          </a:p>
          <a:p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domínio tem contexto que a engenharia central não tem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28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1656"/>
            <a:ext cx="8229600" cy="78581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Complicação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8625"/>
            <a:ext cx="8229600" cy="928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Lake centralizou o gargalo; Data Mesh distribuiu o caos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471613"/>
            <a:ext cx="8229600" cy="2857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modelos, três problemas — nenhum resolveu autonomia e governança ao mesmo tempo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871663"/>
            <a:ext cx="8229600" cy="11715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Lake: equipe central como único produtor — gargalo inevitável</a:t>
            </a:r>
            <a:endParaRPr lang="en-US" sz="1400" dirty="0"/>
          </a:p>
          <a:p>
            <a:r>
              <a:rPr lang="en-US" sz="1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Mesh: silos, padrões divergentes, governança impossível</a:t>
            </a:r>
            <a:endParaRPr lang="en-US" sz="1400" dirty="0"/>
          </a:p>
          <a:p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solução criou o próximo problema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8625"/>
            <a:ext cx="8229600" cy="928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inconsistentes entre domínios custam mais do que toda a engenharia que os produz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471613"/>
            <a:ext cx="8229600" cy="11715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baseadas em definições conflitantes de métricas</a:t>
            </a:r>
            <a:endParaRPr lang="en-US" sz="1400" dirty="0"/>
          </a:p>
          <a:p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Retrabalho de consolidação manual entre áreas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e compliance inviáveis sem linhagem centralizada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785938"/>
            <a:ext cx="8229600" cy="107156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3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ter autonomia de domínio sem sacrificar governança?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28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1656"/>
            <a:ext cx="8229600" cy="78581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750344"/>
            <a:ext cx="8229600" cy="5715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Hub-Spoke encerra o ciclo de trade-offs entre controle e velocidade analítica</a:t>
            </a:r>
            <a:endParaRPr lang="en-US" sz="2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8625"/>
            <a:ext cx="8229600" cy="928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Hub centraliza ingestão, governança e marketplace como infraestrutura compartilhada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471613"/>
            <a:ext cx="8229600" cy="2857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 · Pub/Sub · Composer · Dataplex · Analytics Hub (Sharing)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871663"/>
            <a:ext cx="8229600" cy="11715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Ingestão: Dataflow e Dataproc Serverless com self-service por spoke</a:t>
            </a:r>
            <a:endParaRPr lang="en-US" sz="1400" dirty="0"/>
          </a:p>
          <a:p>
            <a:r>
              <a:rPr lang="en-US" sz="1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Governança: Dataplex — catálogo, qualidade, linhagem, IAM centralizado</a:t>
            </a:r>
            <a:endParaRPr lang="en-US" sz="1400" dirty="0"/>
          </a:p>
          <a:p>
            <a:r>
              <a:rPr lang="en-US" sz="1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Publicação: Analytics Hub como marketplace interno de produtos de dados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8625"/>
            <a:ext cx="8229600" cy="928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Equipe de Plataforma multiplica capacidade analítica sem crescer proporcionalmente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471613"/>
            <a:ext cx="8229600" cy="11715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antiga engenharia central deixa de atender chamados e passa a construir plataforma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Self-service de ingestão, onboarding e acesso — automação elimina trabalho manual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spoke onboardado aumenta a capacidade sem aumentar o time de plataforma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8625"/>
            <a:ext cx="8229600" cy="928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Spokes transformam dados brutos em produtos certificados via Dataform e BigQuery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471613"/>
            <a:ext cx="8229600" cy="2857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spoke é dono do conhecimento do seu domínio — não da infraestrutura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871663"/>
            <a:ext cx="8229600" cy="11715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Recebem dados brutos padronizados do hub</a:t>
            </a:r>
            <a:endParaRPr lang="en-US" sz="1400" dirty="0"/>
          </a:p>
          <a:p>
            <a:r>
              <a:rPr lang="en-US" sz="1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Aplicam regras de negócio com Dataform — SQL versionado com testes e linhagem</a:t>
            </a:r>
            <a:endParaRPr lang="en-US" sz="1400" dirty="0"/>
          </a:p>
          <a:p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refined publicada somente após validação automática do Dataplex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8625"/>
            <a:ext cx="8229600" cy="928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Domínios publicam produtos de dados sem depender de filas da engenharia central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471613"/>
            <a:ext cx="8229600" cy="11715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completo dentro do domínio: transformar → certificar → publicar</a:t>
            </a:r>
            <a:endParaRPr lang="en-US" sz="1400" dirty="0"/>
          </a:p>
          <a:p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Hub entrega linked datasets — sem mover dados, sem duplicação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Consumidores encontram tudo em um marketplace com catálogo único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8625"/>
            <a:ext cx="8229600" cy="928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de IA geram transformações precisas alimentados pelos metadados do Dataplex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471613"/>
            <a:ext cx="8229600" cy="2857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hub provê o contexto que torna os agentes confiáveis e auditáveis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871663"/>
            <a:ext cx="8229600" cy="11715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Esquemas, linhagem e contratos de dados como contexto para os agentes</a:t>
            </a:r>
            <a:endParaRPr lang="en-US" sz="1400" dirty="0"/>
          </a:p>
          <a:p>
            <a:r>
              <a:rPr lang="en-US" sz="1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Dataplex valida o código gerado pelo agente antes de publicar</a:t>
            </a:r>
            <a:endParaRPr lang="en-US" sz="1400" dirty="0"/>
          </a:p>
          <a:p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Ciclo: analista descreve → agente gera → Dataplex certifica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8625"/>
            <a:ext cx="8229600" cy="928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Analistas de negócio produzem produtos de dados sem precisar dominar SQL ou Spark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471613"/>
            <a:ext cx="8229600" cy="11715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conhecimento de domínio se torna a única competência necessária no spoke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geram, testam e documentam as transformações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hub garante que a velocidade dos agentes não sacrifique qualidade nem governança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8625"/>
            <a:ext cx="8229600" cy="928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spoke adere ao hub incrementalmente — sem big-bang, sem paralisação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471613"/>
            <a:ext cx="8229600" cy="2857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pronto primeiro — spokes migram por ondas, priorizados por impacto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871663"/>
            <a:ext cx="8229600" cy="11715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Infraestrutura central operacional antes do primeiro spoke migrar</a:t>
            </a:r>
            <a:endParaRPr lang="en-US" sz="1400" dirty="0"/>
          </a:p>
          <a:p>
            <a:r>
              <a:rPr lang="en-US" sz="1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Legado convive com o hub durante toda a transição</a:t>
            </a:r>
            <a:endParaRPr lang="en-US" sz="1400" dirty="0"/>
          </a:p>
          <a:p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Padrão se consolida a cada onda — risco decai, velocidade aumenta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8625"/>
            <a:ext cx="8229600" cy="928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domínio migrado gera valor imediato e reduz o custo e risco da próxima onda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471613"/>
            <a:ext cx="8229600" cy="11715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spoke valida o padrão e documenta o processo de onboarding</a:t>
            </a:r>
            <a:endParaRPr lang="en-US" sz="1400" dirty="0"/>
          </a:p>
          <a:p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migração é prova de conceito para a seguinte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esperar migração completa para gerar retorno — valor começa no primeiro spoke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88636"/>
            <a:ext cx="2295144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0" y="5088636"/>
            <a:ext cx="2295144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0" y="5088636"/>
            <a:ext cx="2295144" cy="54864"/>
          </a:xfrm>
          <a:prstGeom prst="rect">
            <a:avLst/>
          </a:prstGeom>
          <a:solidFill>
            <a:srgbClr val="FBBC05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5088636"/>
            <a:ext cx="2295144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1656"/>
            <a:ext cx="8229600" cy="107156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38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Hub-Spoke: governança que habilita, autonomia que escala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428625"/>
            <a:ext cx="8229600" cy="39290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Centralizar o que é plataforma. Distribuir o que é domínio.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Hub-Spoke Analítico no Google Cloud</dc:title>
  <dc:subject>PptxGenJS Presentation</dc:subject>
  <dc:creator>Generated by html-to-pptx skill</dc:creator>
  <cp:lastModifiedBy>Generated by html-to-pptx skill</cp:lastModifiedBy>
  <cp:revision>1</cp:revision>
  <dcterms:created xsi:type="dcterms:W3CDTF">2026-04-13T02:29:20Z</dcterms:created>
  <dcterms:modified xsi:type="dcterms:W3CDTF">2026-04-13T02:29:20Z</dcterms:modified>
</cp:coreProperties>
</file>