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OOGLE_IDENTIT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2295144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5088636"/>
            <a:ext cx="2295144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5088636"/>
            <a:ext cx="2295144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5088636"/>
            <a:ext cx="2295144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107281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1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Hub-Spoke Analítico no Google Cloud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571500" y="3250406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engenharia centralizada ao domínio com governança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1500" y="3757613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de dados para escala com controle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28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1656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Situação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8625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analíticos são infraestrutura crítica em todos os domínios de negócio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471613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Vendas, finanças, logística, marketing — todos dependem de dados confiáveis</a:t>
            </a:r>
            <a:endParaRPr lang="en-US" sz="1400" dirty="0"/>
          </a:p>
          <a:p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e acesso determinam a velocidade das decisões</a:t>
            </a:r>
            <a:endParaRPr lang="en-US" sz="1400" dirty="0"/>
          </a:p>
          <a:p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domínio tem contexto que a engenharia central não tem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28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1656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Complicação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8625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 centralizou o gargalo; Data Mesh distribuiu o caos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471613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modelos, três problemas — nenhum resolveu autonomia e governança ao mesmo tempo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71663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Lake: equipe central como único produtor — gargalo inevitável</a:t>
            </a:r>
            <a:endParaRPr lang="en-US" sz="1400" dirty="0"/>
          </a:p>
          <a:p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Mesh: silos, padrões divergentes, governança impossível</a:t>
            </a:r>
            <a:endParaRPr lang="en-US" sz="1400" dirty="0"/>
          </a:p>
          <a:p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solução criou o próximo problema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02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8625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inconsistentes entre domínios custam mais do que toda a engenharia que os produz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471613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baseadas em definições conflitantes de métricas</a:t>
            </a:r>
            <a:endParaRPr lang="en-US" sz="1400" dirty="0"/>
          </a:p>
          <a:p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Retrabalho de consolidação manual entre áreas</a:t>
            </a:r>
            <a:endParaRPr lang="en-US" sz="1400" dirty="0"/>
          </a:p>
          <a:p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 e compliance inviáveis sem linhagem centralizada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85938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ter autonomia de domínio sem sacrificar governança?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28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1656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714625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Hub-Spoke encerra o ciclo de trade-offs entre controle e velocidade analítica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8625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Hub centraliza ingestão, governança e marketplace como infraestrutura compartilhada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471613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Dataflow · Pub/Sub · Composer · Dataplex · Analytics Hub (Sharing)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71663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Ingestão: Dataflow e Dataproc Serverless com self-service por spoke</a:t>
            </a:r>
            <a:endParaRPr lang="en-US" sz="1400" dirty="0"/>
          </a:p>
          <a:p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Governança: Dataplex — catálogo, qualidade, linhagem, IAM centralizado</a:t>
            </a:r>
            <a:endParaRPr lang="en-US" sz="1400" dirty="0"/>
          </a:p>
          <a:p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Publicação: Analytics Hub como marketplace interno de produtos de dados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02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8625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Equipe de Plataforma multiplica capacidade analítica sem crescer proporcionalmente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471613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antiga engenharia central deixa de atender chamados e passa a construir plataforma</a:t>
            </a:r>
            <a:endParaRPr lang="en-US" sz="1400" dirty="0"/>
          </a:p>
          <a:p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de ingestão, onboarding e acesso — automação elimina trabalho manual</a:t>
            </a:r>
            <a:endParaRPr lang="en-US" sz="1400" dirty="0"/>
          </a:p>
          <a:p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spoke onboardado aumenta a capacidade sem aumentar o time de plataforma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8625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Spokes transformam dados brutos em produtos certificados via Dataform e BigQuery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471613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spoke é dono do conhecimento do seu domínio — não da infraestrutura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71663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Recebem dados brutos padronizados do hub</a:t>
            </a:r>
            <a:endParaRPr lang="en-US" sz="1400" dirty="0"/>
          </a:p>
          <a:p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Aplicam regras de negócio com Dataform — SQL versionado com testes e linhagem</a:t>
            </a:r>
            <a:endParaRPr lang="en-US" sz="1400" dirty="0"/>
          </a:p>
          <a:p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refined publicada somente após validação automática do Dataplex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02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8625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Domínios publicam produtos de dados sem depender de filas da engenharia central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471613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completo dentro do domínio: transformar → certificar → publicar</a:t>
            </a:r>
            <a:endParaRPr lang="en-US" sz="1400" dirty="0"/>
          </a:p>
          <a:p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Hub entrega linked datasets — sem mover dados, sem duplicação</a:t>
            </a:r>
            <a:endParaRPr lang="en-US" sz="1400" dirty="0"/>
          </a:p>
          <a:p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Consumidores encontram tudo em um marketplace com catálogo único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8625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de IA geram transformações precisas alimentados pelos metadados do Dataplex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471613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hub provê o contexto que torna os agentes confiáveis e auditáveis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71663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Esquemas, linhagem e contratos de dados como contexto para os agentes</a:t>
            </a:r>
            <a:endParaRPr lang="en-US" sz="1400" dirty="0"/>
          </a:p>
          <a:p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Dataplex valida o código gerado pelo agente antes de publicar</a:t>
            </a:r>
            <a:endParaRPr lang="en-US" sz="1400" dirty="0"/>
          </a:p>
          <a:p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Ciclo: analista descreve → agente gera → Dataplex certifica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02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8625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Analistas de negócio produzem produtos de dados sem precisar dominar SQL ou Spark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471613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conhecimento de domínio se torna a única competência necessária no spoke</a:t>
            </a:r>
            <a:endParaRPr lang="en-US" sz="1400" dirty="0"/>
          </a:p>
          <a:p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geram, testam e documentam as transformações</a:t>
            </a:r>
            <a:endParaRPr lang="en-US" sz="1400" dirty="0"/>
          </a:p>
          <a:p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hub garante que a velocidade dos agentes não sacrifique qualidade nem governança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8625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spoke adere ao hub incrementalmente — sem big-bang, sem paralisação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471613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pronto primeiro — spokes migram por ondas, priorizados por impacto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71663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 central operacional antes do primeiro spoke migrar</a:t>
            </a:r>
            <a:endParaRPr lang="en-US" sz="1400" dirty="0"/>
          </a:p>
          <a:p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Legado convive com o hub durante toda a transição</a:t>
            </a:r>
            <a:endParaRPr lang="en-US" sz="1400" dirty="0"/>
          </a:p>
          <a:p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se consolida a cada onda — risco decai, velocidade aumenta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02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8625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domínio migrado gera valor imediato e reduz o custo e risco da próxima onda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471613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spoke valida o padrão e documenta o processo de onboarding</a:t>
            </a:r>
            <a:endParaRPr lang="en-US" sz="1400" dirty="0"/>
          </a:p>
          <a:p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migração é prova de conceito para a seguinte</a:t>
            </a:r>
            <a:endParaRPr lang="en-US" sz="1400" dirty="0"/>
          </a:p>
          <a:p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esperar migração completa para gerar retorno — valor começa no primeiro spoke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2295144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5088636"/>
            <a:ext cx="2295144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5088636"/>
            <a:ext cx="2295144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5088636"/>
            <a:ext cx="2295144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1656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Hub-Spoke: governança que habilita, autonomia que escala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428625"/>
            <a:ext cx="0" cy="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Centralizar o que é plataforma. Distribuir o que é domínio.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Hub-Spoke Analítico no Google Cloud</dc:title>
  <dc:subject>PptxGenJS Presentation</dc:subject>
  <dc:creator>Generated by html-to-pptx skill</dc:creator>
  <cp:lastModifiedBy>Generated by html-to-pptx skill</cp:lastModifiedBy>
  <cp:revision>1</cp:revision>
  <dcterms:created xsi:type="dcterms:W3CDTF">2026-04-13T02:20:45Z</dcterms:created>
  <dcterms:modified xsi:type="dcterms:W3CDTF">2026-04-13T02:20:45Z</dcterms:modified>
</cp:coreProperties>
</file>