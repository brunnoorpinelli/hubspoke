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OOGLE_IDENTIT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88636"/>
            <a:ext cx="2295144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0" y="5088636"/>
            <a:ext cx="2295144" cy="548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0" y="5088636"/>
            <a:ext cx="2295144" cy="54864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0" y="5088636"/>
            <a:ext cx="2295144" cy="548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571500" y="1107281"/>
            <a:ext cx="5943600" cy="1357313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41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Hub-Spoke Analítico</a:t>
            </a:r>
            <a:endParaRPr lang="en-US" sz="4100" dirty="0"/>
          </a:p>
        </p:txBody>
      </p:sp>
      <p:sp>
        <p:nvSpPr>
          <p:cNvPr id="7" name="Text 5"/>
          <p:cNvSpPr/>
          <p:nvPr/>
        </p:nvSpPr>
        <p:spPr>
          <a:xfrm>
            <a:off x="571500" y="3286125"/>
            <a:ext cx="8001000" cy="39290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evolução do Data Mesh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571625"/>
            <a:ext cx="45720" cy="142875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1571625"/>
            <a:ext cx="8092440" cy="142875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300" i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Dados sem governança não são ativos. São riscos.</a:t>
            </a:r>
            <a:endParaRPr lang="en-US" sz="2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021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28625"/>
            <a:ext cx="8229600" cy="7143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2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Lake.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457200" y="1257300"/>
            <a:ext cx="8229600" cy="35718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time. Todo o gargalo.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28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1656"/>
            <a:ext cx="8229600" cy="785813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Mesh.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750344"/>
            <a:ext cx="8229600" cy="571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Autonomia sem estrutura.</a:t>
            </a:r>
            <a:endParaRPr lang="en-US" sz="2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928813"/>
            <a:ext cx="8229600" cy="857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29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t</a:t>
            </a:r>
            <a:pPr algn="ctr" indent="0" marL="0">
              <a:buNone/>
            </a:pPr>
            <a:r>
              <a:rPr lang="en-US" sz="2900" b="1" dirty="0">
                <a:solidFill>
                  <a:srgbClr val="428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pPr algn="ctr" indent="0" marL="0">
              <a:buNone/>
            </a:pPr>
            <a:r>
              <a:rPr lang="en-US" sz="29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autonomia </a:t>
            </a:r>
            <a:endParaRPr lang="en-US" sz="2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28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1656"/>
            <a:ext cx="8229600" cy="785813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Hub-Spoke.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750344"/>
            <a:ext cx="8229600" cy="571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Plataforma central. Domínio livre.</a:t>
            </a:r>
            <a:endParaRPr lang="en-US" sz="2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021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28625"/>
            <a:ext cx="8229600" cy="7143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2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spoke publica.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457200" y="1257300"/>
            <a:ext cx="8229600" cy="7143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2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spoke consome.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457200" y="2085975"/>
            <a:ext cx="8229600" cy="35718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marketplace. Zero silos.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28625"/>
            <a:ext cx="8229600" cy="785813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26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Agentes de IA.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328738"/>
            <a:ext cx="8229600" cy="35718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hub é o contexto.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571625"/>
            <a:ext cx="45720" cy="142875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1571625"/>
            <a:ext cx="8092440" cy="142875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300" i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Centralizar o que é plataforma. Distribuir o que é domínio.</a:t>
            </a:r>
            <a:endParaRPr lang="en-US" sz="2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88636"/>
            <a:ext cx="2295144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0" y="5088636"/>
            <a:ext cx="2295144" cy="548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0" y="5088636"/>
            <a:ext cx="2295144" cy="54864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0" y="5088636"/>
            <a:ext cx="2295144" cy="548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714500"/>
            <a:ext cx="8229600" cy="1143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33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Hub-Spoke é a evolução do Data Mesh.</a:t>
            </a:r>
            <a:endParaRPr lang="en-US" sz="3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Hub-Spoke Analítico — Zen</dc:title>
  <dc:subject>PptxGenJS Presentation</dc:subject>
  <dc:creator>Generated by html-to-pptx skill</dc:creator>
  <cp:lastModifiedBy>Generated by html-to-pptx skill</cp:lastModifiedBy>
  <cp:revision>1</cp:revision>
  <dcterms:created xsi:type="dcterms:W3CDTF">2026-04-13T12:40:58Z</dcterms:created>
  <dcterms:modified xsi:type="dcterms:W3CDTF">2026-04-13T12:40:58Z</dcterms:modified>
</cp:coreProperties>
</file>